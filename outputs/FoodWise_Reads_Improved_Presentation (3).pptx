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4fc0c941ed74fc7" Type="http://schemas.openxmlformats.org/officeDocument/2006/relationships/extended-properties" Target="docProps/app.xml"/><Relationship Id="Ra0af8b377b064522" Type="http://schemas.openxmlformats.org/package/2006/relationships/metadata/core-properties" Target="docProps/core.xml"/><Relationship Id="Rfdb6fa913c5a438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59269ed7448d7"/>
  </p:sldMasterIdLst>
  <p:notesMasterIdLst>
    <p:notesMasterId xmlns:r="http://schemas.openxmlformats.org/officeDocument/2006/relationships" r:id="R7af8a0e560a64ba7"/>
  </p:notesMasterIdLst>
  <p:sldIdLst>
    <p:sldId xmlns:r="http://schemas.openxmlformats.org/officeDocument/2006/relationships" id="256" r:id="Re02fa2bb869445b2"/>
    <p:sldId xmlns:r="http://schemas.openxmlformats.org/officeDocument/2006/relationships" id="257" r:id="R928cd7bfb165423f"/>
    <p:sldId xmlns:r="http://schemas.openxmlformats.org/officeDocument/2006/relationships" id="258" r:id="R2710b947655a4d9d"/>
    <p:sldId xmlns:r="http://schemas.openxmlformats.org/officeDocument/2006/relationships" id="259" r:id="R81e5d3e9b78049fe"/>
    <p:sldId xmlns:r="http://schemas.openxmlformats.org/officeDocument/2006/relationships" id="260" r:id="R497ee967279e4614"/>
    <p:sldId xmlns:r="http://schemas.openxmlformats.org/officeDocument/2006/relationships" id="261" r:id="Re3d065fb76e54828"/>
    <p:sldId xmlns:r="http://schemas.openxmlformats.org/officeDocument/2006/relationships" id="262" r:id="Rf6b458df511248fd"/>
    <p:sldId xmlns:r="http://schemas.openxmlformats.org/officeDocument/2006/relationships" id="263" r:id="Rd61f453d264140a6"/>
    <p:sldId xmlns:r="http://schemas.openxmlformats.org/officeDocument/2006/relationships" id="264" r:id="R068a45e73d1943be"/>
    <p:sldId xmlns:r="http://schemas.openxmlformats.org/officeDocument/2006/relationships" id="265" r:id="R042083a1a0b7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2083a1a0b742e7" Type="http://schemas.openxmlformats.org/officeDocument/2006/relationships/slide" Target="slides/slide10.xml"/><Relationship Id="R068a45e73d1943be" Type="http://schemas.openxmlformats.org/officeDocument/2006/relationships/slide" Target="slides/slide9.xml"/><Relationship Id="R26eccf6c6a954946" Type="http://schemas.openxmlformats.org/officeDocument/2006/relationships/presProps" Target="presProps.xml"/><Relationship Id="R2710b947655a4d9d" Type="http://schemas.openxmlformats.org/officeDocument/2006/relationships/slide" Target="slides/slide3.xml"/><Relationship Id="R2f942ee1c3914453" Type="http://schemas.openxmlformats.org/officeDocument/2006/relationships/theme" Target="theme/theme1.xml"/><Relationship Id="R497ee967279e4614" Type="http://schemas.openxmlformats.org/officeDocument/2006/relationships/slide" Target="slides/slide5.xml"/><Relationship Id="R69159269ed7448d7" Type="http://schemas.openxmlformats.org/officeDocument/2006/relationships/slideMaster" Target="slideMasters/slideMaster1.xml"/><Relationship Id="R7af8a0e560a64ba7" Type="http://schemas.openxmlformats.org/officeDocument/2006/relationships/notesMaster" Target="notesMasters/notesMaster1.xml"/><Relationship Id="R81e5d3e9b78049fe" Type="http://schemas.openxmlformats.org/officeDocument/2006/relationships/slide" Target="slides/slide4.xml"/><Relationship Id="R928cd7bfb165423f" Type="http://schemas.openxmlformats.org/officeDocument/2006/relationships/slide" Target="slides/slide2.xml"/><Relationship Id="Ra8a845d024c94721" Type="http://schemas.openxmlformats.org/officeDocument/2006/relationships/tableStyles" Target="tableStyles.xml"/><Relationship Id="Rd61f453d264140a6" Type="http://schemas.openxmlformats.org/officeDocument/2006/relationships/slide" Target="slides/slide8.xml"/><Relationship Id="Re02fa2bb869445b2" Type="http://schemas.openxmlformats.org/officeDocument/2006/relationships/slide" Target="slides/slide1.xml"/><Relationship Id="Re3d065fb76e54828" Type="http://schemas.openxmlformats.org/officeDocument/2006/relationships/slide" Target="slides/slide6.xml"/><Relationship Id="Rf6b458df511248f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7218f47d6dd14e6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9d806dd1d14424" Type="http://schemas.openxmlformats.org/officeDocument/2006/relationships/slide" Target="../slides/slide1.xml"/><Relationship Id="Re651a2b16ba3495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41854f756434e63" Type="http://schemas.openxmlformats.org/officeDocument/2006/relationships/slide" Target="../slides/slide2.xml"/><Relationship Id="R616e49f20ee8436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990ee4695d14362" Type="http://schemas.openxmlformats.org/officeDocument/2006/relationships/notesMaster" Target="../notesMasters/notesMaster1.xml"/><Relationship Id="R8a917b48dba846e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a1fb0085b9b49e6" Type="http://schemas.openxmlformats.org/officeDocument/2006/relationships/notesMaster" Target="../notesMasters/notesMaster1.xml"/><Relationship Id="Rb3bf6fb63d384fa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eadde1e3d564c1a" Type="http://schemas.openxmlformats.org/officeDocument/2006/relationships/notesMaster" Target="../notesMasters/notesMaster1.xml"/><Relationship Id="Ra8fe959e7382482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83c588b0d5d4614" Type="http://schemas.openxmlformats.org/officeDocument/2006/relationships/slide" Target="../slides/slide6.xml"/><Relationship Id="R645c6bff7357423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2d5147eaa64446b" Type="http://schemas.openxmlformats.org/officeDocument/2006/relationships/slide" Target="../slides/slide7.xml"/><Relationship Id="R6f1040de54604e3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323cd75bf444313" Type="http://schemas.openxmlformats.org/officeDocument/2006/relationships/slide" Target="../slides/slide8.xml"/><Relationship Id="Rdc13d3e81aab464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8103b3615e14f32" Type="http://schemas.openxmlformats.org/officeDocument/2006/relationships/notesMaster" Target="../notesMasters/notesMaster1.xml"/><Relationship Id="Rccd2b69116824cc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7e6372f1d7540fc" Type="http://schemas.openxmlformats.org/officeDocument/2006/relationships/notesMaster" Target="../notesMasters/notesMaster1.xml"/><Relationship Id="Rec943215acfd4f19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follows the attached Book Recommendation System and two-week bootcamp briefs.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Goodreads Best Cookbooks public list; Open Library Search API. Open Library guidance recommends batched, low-volume requests and local caching: https://openlibrary.org/developers/api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silhouette score is measured in the selected six-dimensional SVD space across 600 modelled books. ARI and NMI compare unsupervised clusters with held-out domains. Known domain and source topic were excluded from model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 about the data collection, clustering approach, evaluation, and Streamlit recommender.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41782c793dd45e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20ea2aeab9e406a" Type="http://schemas.openxmlformats.org/officeDocument/2006/relationships/slideLayout" Target="../slideLayouts/slideLayout1.xml"/><Relationship Id="Rf6bd6ad3a3a242b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ea2aeab9e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e17756eeb1842f8" Type="http://schemas.openxmlformats.org/officeDocument/2006/relationships/slideLayout" Target="../slideLayouts/slideLayout1.xml"/><Relationship Id="R916ceb4b9f1749b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30922769d744821" Type="http://schemas.openxmlformats.org/officeDocument/2006/relationships/notesSlide" Target="../notesSlides/notesSlide2.xml"/><Relationship Id="Rcaf346e7f05c426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ebb02b9c8704f1d" Type="http://schemas.openxmlformats.org/officeDocument/2006/relationships/chart" Target="charts/chart1.xml"/><Relationship Id="R1731b910ac8a4916" Type="http://schemas.openxmlformats.org/officeDocument/2006/relationships/notesSlide" Target="../notesSlides/notesSlide3.xml"/><Relationship Id="Ra29756cc93af42c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7e06ea41a874d3c" Type="http://schemas.openxmlformats.org/officeDocument/2006/relationships/slideLayout" Target="../slideLayouts/slideLayout1.xml"/><Relationship Id="R8dbc921ca9e74f36" Type="http://schemas.openxmlformats.org/officeDocument/2006/relationships/notesSlide" Target="../notesSlides/notesSlide4.xml"/><Relationship Id="Rffe88db1ae394a37" Type="http://schemas.openxmlformats.org/officeDocument/2006/relationships/chart" Target="charts/chart2.xml"/></Relationships>
</file>

<file path=ppt/slides/_rels/slide5.xml.rels><?xml version='1.0' encoding='UTF-8' standalone='yes'?>
<Relationships xmlns="http://schemas.openxmlformats.org/package/2006/relationships"><Relationship Id="R58b672e10d2a4f23" Type="http://schemas.openxmlformats.org/officeDocument/2006/relationships/slideLayout" Target="../slideLayouts/slideLayout1.xml"/><Relationship Id="Rdff88e4c10cb4fc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bc3a22ccefb4bd7" Type="http://schemas.openxmlformats.org/officeDocument/2006/relationships/notesSlide" Target="../notesSlides/notesSlide6.xml"/><Relationship Id="Reac92a86b38b4383" Type="http://schemas.openxmlformats.org/officeDocument/2006/relationships/slideLayout" Target="../slideLayouts/slideLayout1.xml"/><Relationship Id="Rf632e0b141e64c87" Type="http://schemas.openxmlformats.org/officeDocument/2006/relationships/chart" Target="charts/chart3.xml"/></Relationships>
</file>

<file path=ppt/slides/_rels/slide7.xml.rels><?xml version='1.0' encoding='UTF-8' standalone='yes'?>
<Relationships xmlns="http://schemas.openxmlformats.org/package/2006/relationships"><Relationship Id="Rb148776ce7904cb2" Type="http://schemas.openxmlformats.org/officeDocument/2006/relationships/notesSlide" Target="../notesSlides/notesSlide7.xml"/><Relationship Id="Rb9e1dcbfc5964dc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5685b2c04924108" Type="http://schemas.openxmlformats.org/officeDocument/2006/relationships/notesSlide" Target="../notesSlides/notesSlide8.xml"/><Relationship Id="Rd38acc4894a543f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b68c53388db4b63" Type="http://schemas.openxmlformats.org/officeDocument/2006/relationships/notesSlide" Target="../notesSlides/notesSlide9.xml"/><Relationship Id="R68d4d99e2f334c1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c9d97fb38194841" Type="http://schemas.openxmlformats.org/officeDocument/2006/relationships/slideLayout" Target="../slideLayouts/slideLayout1.xml"/><Relationship Id="Rcc56416fbbc247cf" Type="http://schemas.openxmlformats.org/officeDocument/2006/relationships/notesSlide" Target="../notesSlides/notesSlide10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Data'!$A$2:$A$3</c:f>
              <c:strCache>
                <c:ptCount val="2"/>
                <c:pt idx="0">
                  <c:v>Goodreads scrape</c:v>
                </c:pt>
                <c:pt idx="1">
                  <c:v>Open Library API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700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Data'!$A$2:$A$7</c:f>
              <c:strCache>
                <c:ptCount val="6"/>
                <c:pt idx="0">
                  <c:v>Agriculture</c:v>
                </c:pt>
                <c:pt idx="1">
                  <c:v>Baking and Pastry</c:v>
                </c:pt>
                <c:pt idx="2">
                  <c:v>Fermentation</c:v>
                </c:pt>
                <c:pt idx="3">
                  <c:v>Food Business</c:v>
                </c:pt>
                <c:pt idx="4">
                  <c:v>Food Safety</c:v>
                </c:pt>
                <c:pt idx="5">
                  <c:v>Nutrition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Silhouette score</c:v>
          </c:tx>
          <c:spPr>
            <a:ln xmlns:a="http://schemas.openxmlformats.org/drawingml/2006/main" w="28575">
              <a:solidFill>
                <a:srgbClr val="167A68"/>
              </a:solidFill>
            </a:ln>
          </c:spPr>
          <c:marker>
            <c:size val="8"/>
            <c:spPr>
              <a:solidFill xmlns:a="http://schemas.openxmlformats.org/drawingml/2006/main">
                <a:srgbClr val="167A68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15</c:v>
                </c:pt>
                <c:pt idx="6">
                  <c:v>20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0.5791</c:v>
                </c:pt>
                <c:pt idx="1">
                  <c:v>0.6093</c:v>
                </c:pt>
                <c:pt idx="2">
                  <c:v>0.4888</c:v>
                </c:pt>
                <c:pt idx="3">
                  <c:v>0.383</c:v>
                </c:pt>
                <c:pt idx="4">
                  <c:v>0.342</c:v>
                </c:pt>
                <c:pt idx="5">
                  <c:v>0.282</c:v>
                </c:pt>
                <c:pt idx="6">
                  <c:v>0.2283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SVD components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Silhouette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3860-EBDD-48DC-BE9E-1682E2B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C2F2-4EA0-45AF-84C5-88135DE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76E0-460F-44D4-B088-B31DBF8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FoodWise Reads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Recommender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4499A-B239-4922-9265-A3A9EC9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A food-book discovery system using web scraping, APIs, leakage-controlled NLP, clustering, SQL and Streamlit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60A29-39B1-4ED1-B45C-483ADDE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D021F-F647-4D40-9976-BB9C036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38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47223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85F07-A560-45B3-BAD2-5F0906D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9A56-00D9-4780-9D44-2E7F7BD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Problem and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6CE0B-F284-4301-A194-8910316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6A527-6475-4EEB-93D3-62EC6E5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professionals and interested readers need a practical way to move from one useful book to related material across the food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460B-C339-4930-BC88-D6765A6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7F218-3CAD-4166-8F8A-AFA1AFC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0A5E-1600-42C8-A6A3-D0631F45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27474-102C-4FC7-A171-9157500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67FA4-5B30-4099-B54E-B5F2A38A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Baking and Pastry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Nutrition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Safety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Agriculture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Fermentation and Food Business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CEC5A-E7EA-4935-8D06-2337FFB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2AC35-18B0-49F5-B30E-8FC1DC9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subject modelling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semantic reduction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neighbourhoods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Full TF-IDF similarity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B2E0F-33B1-40FC-95F1-3558DAA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B6365-54D9-467E-88E2-7E6E210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Selects a known title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Receives related books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Sees covers and source links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Can filter the food domain</a:t>
            </a:r>
          </a:p>
        </p:txBody>
      </p:sp>
    </p:spTree>
    <p:extLst>
      <p:ext uri="{BB962C8B-B14F-4D97-AF65-F5344CB8AC3E}">
        <p14:creationId xmlns:p14="http://schemas.microsoft.com/office/powerpoint/2010/main" val="842807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A066-4348-46B5-8A9E-8062A0B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B031-299C-4498-8B73-C5399C8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Two collection routes produced 1,196 unique books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9C61B-70AA-4F67-8C24-6C02E1A1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619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bb02b9c8704f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5F892-4F36-4608-B205-9CFEA5E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A98E-31CD-4F69-82CB-562A84D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cookbooks scraped from five public list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7E0F2-DA05-4595-9A48-4406D19C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700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40415-006E-4999-B0AB-72B2393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balanced food-domain API records collected before deduplication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1768-FE29-4E11-80F8-5A4CEC5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4 cross-source duplicates removed</a:t>
            </a:r>
          </a:p>
        </p:txBody>
      </p:sp>
    </p:spTree>
    <p:extLst>
      <p:ext uri="{BB962C8B-B14F-4D97-AF65-F5344CB8AC3E}">
        <p14:creationId xmlns:p14="http://schemas.microsoft.com/office/powerpoint/2010/main" val="1896048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2575F-85C5-4C85-B8FB-E2B1C8E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12FCC-747A-4367-A85E-5B3E84B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600 fit the model; 1,196 appear in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04265-67B8-40E9-ABB9-4B59AB2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238250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e88db1ae394a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3ED3-DFEB-4E80-A284-031D4EA7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Cleaning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B0F3F-09EF-4AAE-B25D-8E9CB60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All 1,196 books available in the 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Four cross-source duplicates removed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Selected six clearer food domains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Fitted clusters with 100 books per domain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Removed collection labels from model text</a:t>
            </a:r>
          </a:p>
        </p:txBody>
      </p:sp>
    </p:spTree>
    <p:extLst>
      <p:ext uri="{BB962C8B-B14F-4D97-AF65-F5344CB8AC3E}">
        <p14:creationId xmlns:p14="http://schemas.microsoft.com/office/powerpoint/2010/main" val="689263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42254-5005-420D-B33A-D398E7B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91D0-7306-428F-8A3A-4DEEEBD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NLP and clustering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E7BE3-E186-4A74-B2D2-07C1681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5445-40C4-4642-919D-E33C42D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19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33FE-BA36-4C4E-B1F1-EC9BB3B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BA6AF-B3C0-4338-8E82-7E66B98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85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F8CF-AC0D-4AB8-8569-3A16DE3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Title and genuine subject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DFF2-31DE-471D-A1F9-1DDB827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144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3092B-DEAE-4EA7-953B-2608CF9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DED0-12AD-4F5A-93E2-16651E2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8A54-86B2-4B1D-8BEA-DD285BC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9A836-B1EB-4686-BFA8-7BDD5E1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Unigrams and bigrams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3E42-EB04-4C41-9556-F3B751E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860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D5D06-1100-489B-8659-32C4D08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69DA5-9A61-4E34-93D2-9AE38B5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C9C52-A6AF-40DF-9613-96EB0D2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D2B86-60DC-4DDB-94ED-9EDE53E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semantic dimensions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F220E-4F01-4580-A750-0317DD5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575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52B32-EF17-4F5F-99DA-A1373E5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47C4B-1882-4ACB-B4A1-01627E4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5D4FD-571F-4FF1-87C9-884B3DD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clusters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19BCF-07A3-4861-8479-2AC8600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stable neighbourhoods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3337E-DC98-4667-9D14-6107344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291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4F2A0-1470-4225-A835-8368967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DA204-0686-4269-A7A2-98717A0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5213E-0826-46DA-A707-9DAE4E3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Cosine 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169F3-C766-4BC7-8037-8154A3E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38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Nearest books in full TF-IDF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CB804-0600-4148-AD36-FCED26E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02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final model excludes known domain and source-topic labels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2ED37-E7D0-4BAE-A185-34E9D4F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812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pipeline removes each collection-topic phrase from subject text before TF-IDF. Five random seeds produced the same solution.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2A1CD-5878-4854-BA4B-390F724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48CCA-3BC5-4821-9844-E85470F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Recommendation rule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5CD35-2F49-4903-B90E-B7B750D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Same cluster, then cosine similarity in full TF-IDF space</a:t>
            </a:r>
          </a:p>
        </p:txBody>
      </p:sp>
    </p:spTree>
    <p:extLst>
      <p:ext uri="{BB962C8B-B14F-4D97-AF65-F5344CB8AC3E}">
        <p14:creationId xmlns:p14="http://schemas.microsoft.com/office/powerpoint/2010/main" val="121435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C3EC-1A26-4B3A-8B47-91516C6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53C8B-A928-4D41-AAA2-45DA1CB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Cluster evaluation on the balanced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A5806-85F2-449D-82C0-C5269928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3335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32e0b141e64c8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F63B-D8FD-4A8C-B1DB-E0A3249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Validation beyond silhouette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BBC2C-BBC7-40D6-BF4D-0376E7F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Metrics cover the balanced 600-book sample; the app indexes all 1,196 books.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EEC81-4A3D-4BE1-B195-F736CA9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k =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2BEF-87A8-413A-A0B0-B92ED2F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Silhouette: 0.6093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ARI: 0.6665   NMI: 0.6667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Sample cluster range: 81-125 books</a:t>
            </a:r>
          </a:p>
        </p:txBody>
      </p:sp>
    </p:spTree>
    <p:extLst>
      <p:ext uri="{BB962C8B-B14F-4D97-AF65-F5344CB8AC3E}">
        <p14:creationId xmlns:p14="http://schemas.microsoft.com/office/powerpoint/2010/main" val="159429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D6FA5-B134-4A19-982B-ECE3686F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6470-D150-422D-8C30-0B26A1E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Recommendation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C236-25E9-4F7E-ACF3-A2E0717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1410D-4473-4B7C-A652-9CE831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E97F-0286-477F-A828-BFF0FC0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B34D-E9D3-4A6E-8201-E7B0E88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9690-5767-44E8-B164-04B3EF5C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8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76B1-3C7A-424C-A6FD-BA0B5CF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6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Match the selected title and author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B65A5-3A1E-4BF8-B765-AC48B41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30678-9176-432F-8930-D11BABE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08553-D3AB-41DA-92E7-4066EEC5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1616-C311-43DE-91D1-DCBD70B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96456-54C5-4763-A36A-083EE42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Read its K-Means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8D9F7-E7C6-47A2-8404-CFB5836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B78A6-51B1-420E-AB55-ED5BC2A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5DDEE-EE25-4CDC-BBFD-486BB358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40E5-8D25-47D7-9ED6-00AE626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1EAC6-BA80-475E-8775-0FAD75F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Apply an optional food-domain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D5BE2-41F7-427B-A210-411CB2F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71B10-AB96-4105-921A-2267A078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151C4-92DB-46CC-9180-ECE07BC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734A0-E2C8-4E42-8933-84F04C5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92DE1-E318-40A2-9291-7942213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Rank candidates by cosine similarity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96437-BB33-4DD8-91D0-46C9CB9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647C0-B32D-439D-BE05-FA9A3D6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1843F-5915-4244-B8AA-6A85642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613C6-CB78-48BF-8873-363E173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9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C061F-542A-420D-84B9-DA479B7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Return books, covers and source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EA4E5-9A1C-4D8A-AE0E-A3FFEF36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15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selected book never recommends itself</a:t>
            </a:r>
          </a:p>
        </p:txBody>
      </p:sp>
    </p:spTree>
    <p:extLst>
      <p:ext uri="{BB962C8B-B14F-4D97-AF65-F5344CB8AC3E}">
        <p14:creationId xmlns:p14="http://schemas.microsoft.com/office/powerpoint/2010/main" val="703919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D095-6232-4AB1-AC06-756C8A7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F6A9-54C1-4118-8005-E97B251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Data engineering and Streamlit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3A31A-6A66-4BDB-B7DA-851F3D5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E4C3-2464-4036-8AE1-F2C90C4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953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A66C-4969-4723-A73D-0EBA69B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57300"/>
            <a:ext cx="5238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F687-AA6A-4F5C-928A-788F3C29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F2D1D-DAE0-4F9E-848F-9D1547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Stores the clustered catalogue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Indexes title and 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Supports source counts, cluster sizes and top-rated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B0991-D3AA-4B73-ADEE-DC70C79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95931-F124-42EC-BF76-49050E2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Searchable title-author selector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Three to ten recommendations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Food-topic filter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Cover images, similarity scores and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125D-FF7F-43B6-92F1-1B3BA35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Proof of concept for browser delivery</a:t>
            </a:r>
          </a:p>
        </p:txBody>
      </p:sp>
    </p:spTree>
    <p:extLst>
      <p:ext uri="{BB962C8B-B14F-4D97-AF65-F5344CB8AC3E}">
        <p14:creationId xmlns:p14="http://schemas.microsoft.com/office/powerpoint/2010/main" val="1213895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829A-F80E-4115-A988-779928E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7F32C-23D6-49D2-97F9-6D4CEB0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Findings, 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676F-2C2B-4CE8-AAD9-36A2AD0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57DEB-DB53-48A6-98EB-0D30EC4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4D0D7-0742-48F9-8739-677B9CA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524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Six clusters moderately match the source topics (ARI 0.67; NMI 0.67).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Full text features resolve inflated similarity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All 1,196 titles are searchable in the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5F252-19C5-4848-9AF9-0DAD429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7192-2874-44BA-B0BA-B09E5FC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Collection topics are proxy labels, not expert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Generic cookbook metadata leaves one broad cluster.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Scraped cookbook records have broad subject tags.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E6885-22CF-4A8D-BD12-3F01CFC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88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311D1-4A8F-4D47-8A6A-64B8DA9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Next: audit recommendations, improve metadata, and test rankings with readers.</a:t>
            </a:r>
          </a:p>
        </p:txBody>
      </p:sp>
    </p:spTree>
    <p:extLst>
      <p:ext uri="{BB962C8B-B14F-4D97-AF65-F5344CB8AC3E}">
        <p14:creationId xmlns:p14="http://schemas.microsoft.com/office/powerpoint/2010/main" val="239652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5D74-A6D6-4ED5-830C-FF55C0B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F72"/>
          </a:solidFill>
          <a:ln xmlns:a="http://schemas.openxmlformats.org/drawingml/2006/main" w="0">
            <a:solidFill>
              <a:srgbClr val="177F72"/>
            </a:solidFill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393B-FC54-4DB8-92FC-F86E266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34A5-51F8-498B-A42B-5FF1B8F4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C208-93BE-44F4-A7B1-C77073E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rPr>
              <a:t>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F90E-08D1-4425-B149-16AAAAA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rPr>
              <a:t>FoodWise Reads Book Recommender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B746E-48B6-4DDC-AE1F-D1C4DDF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A627D-531E-474D-96D6-EB62672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0860-1E3C-4DC9-860A-66AA3529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95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435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2026-09-23T23:54:16.8870000Z</dcterms:created>
  <dcterms:modified xsi:type="dcterms:W3CDTF">2026-09-23T23:54:16.8870000Z</dcterms:modified>
</coreProperties>
</file>